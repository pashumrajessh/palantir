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EE072-7279-4BEF-A490-5C8720EE04F9}" v="1" dt="2022-02-10T12:37:08.604"/>
    <p1510:client id="{EBCE7035-C93F-4E40-A1F9-1D1E48924252}" v="104" dt="2022-02-10T10:02:44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41" autoAdjust="0"/>
  </p:normalViewPr>
  <p:slideViewPr>
    <p:cSldViewPr snapToGrid="0">
      <p:cViewPr varScale="1">
        <p:scale>
          <a:sx n="70" d="100"/>
          <a:sy n="70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ida, Ranjeet Kumar" userId="cd9f44ea-821a-4506-bc70-d3739dc24525" providerId="ADAL" clId="{066EE072-7279-4BEF-A490-5C8720EE04F9}"/>
    <pc:docChg chg="modSld">
      <pc:chgData name="Parida, Ranjeet Kumar" userId="cd9f44ea-821a-4506-bc70-d3739dc24525" providerId="ADAL" clId="{066EE072-7279-4BEF-A490-5C8720EE04F9}" dt="2022-02-10T12:37:08.601" v="0" actId="20577"/>
      <pc:docMkLst>
        <pc:docMk/>
      </pc:docMkLst>
      <pc:sldChg chg="modSp">
        <pc:chgData name="Parida, Ranjeet Kumar" userId="cd9f44ea-821a-4506-bc70-d3739dc24525" providerId="ADAL" clId="{066EE072-7279-4BEF-A490-5C8720EE04F9}" dt="2022-02-10T12:37:08.601" v="0" actId="20577"/>
        <pc:sldMkLst>
          <pc:docMk/>
          <pc:sldMk cId="180220117" sldId="258"/>
        </pc:sldMkLst>
        <pc:graphicFrameChg chg="mod">
          <ac:chgData name="Parida, Ranjeet Kumar" userId="cd9f44ea-821a-4506-bc70-d3739dc24525" providerId="ADAL" clId="{066EE072-7279-4BEF-A490-5C8720EE04F9}" dt="2022-02-10T12:37:08.601" v="0" actId="20577"/>
          <ac:graphicFrameMkLst>
            <pc:docMk/>
            <pc:sldMk cId="180220117" sldId="258"/>
            <ac:graphicFrameMk id="4" creationId="{05073227-58B6-4FF0-B5C4-34AF3C98B27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88987C-3A17-4709-8A98-C5327E41B76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64BBDC-18CD-4C85-859B-3BFC6D87BC03}">
      <dgm:prSet/>
      <dgm:spPr/>
      <dgm:t>
        <a:bodyPr/>
        <a:lstStyle/>
        <a:p>
          <a:pPr algn="just"/>
          <a:r>
            <a:rPr lang="en-US" b="0" i="0" baseline="0" dirty="0"/>
            <a:t>The Foundry Platform is a central, secure, and extensible platform where engineers, data scientists, analysts, and executives engage daily to capture and transform data, generate insights, and collaborate to make critical </a:t>
          </a:r>
        </a:p>
        <a:p>
          <a:pPr algn="just"/>
          <a:r>
            <a:rPr lang="en-US" b="0" i="0" baseline="0" dirty="0"/>
            <a:t>data-driven decisions.</a:t>
          </a:r>
          <a:endParaRPr lang="en-US" dirty="0"/>
        </a:p>
      </dgm:t>
    </dgm:pt>
    <dgm:pt modelId="{4944836C-CD63-4392-9CDA-24B95D95983C}" type="parTrans" cxnId="{43B25BD5-2274-4ADA-AB14-105235A0AF1D}">
      <dgm:prSet/>
      <dgm:spPr/>
      <dgm:t>
        <a:bodyPr/>
        <a:lstStyle/>
        <a:p>
          <a:pPr algn="just"/>
          <a:endParaRPr lang="en-US"/>
        </a:p>
      </dgm:t>
    </dgm:pt>
    <dgm:pt modelId="{808E3E62-A8A7-4C25-8DFA-933BE9341A50}" type="sibTrans" cxnId="{43B25BD5-2274-4ADA-AB14-105235A0AF1D}">
      <dgm:prSet/>
      <dgm:spPr/>
      <dgm:t>
        <a:bodyPr/>
        <a:lstStyle/>
        <a:p>
          <a:pPr algn="just"/>
          <a:endParaRPr lang="en-US"/>
        </a:p>
      </dgm:t>
    </dgm:pt>
    <dgm:pt modelId="{267B2DE0-A309-496D-967F-03C949C92DDC}">
      <dgm:prSet/>
      <dgm:spPr/>
      <dgm:t>
        <a:bodyPr/>
        <a:lstStyle/>
        <a:p>
          <a:pPr algn="just"/>
          <a:r>
            <a:rPr lang="en-US" b="0" i="0" baseline="0"/>
            <a:t>Foundry gives you the infrastructure to unite your disparate data sources into one central repository, </a:t>
          </a:r>
          <a:r>
            <a:rPr lang="en-US" b="1" i="0" baseline="0"/>
            <a:t>making data of all types and all origins accessible </a:t>
          </a:r>
          <a:r>
            <a:rPr lang="en-US" b="0" i="0" baseline="0"/>
            <a:t>across your organization. </a:t>
          </a:r>
          <a:endParaRPr lang="en-US"/>
        </a:p>
      </dgm:t>
    </dgm:pt>
    <dgm:pt modelId="{68195260-2DA2-4659-8D5D-A00D7B81D617}" type="parTrans" cxnId="{3A837AF9-6686-4FE7-AF26-1A549BC4F0E1}">
      <dgm:prSet/>
      <dgm:spPr/>
      <dgm:t>
        <a:bodyPr/>
        <a:lstStyle/>
        <a:p>
          <a:pPr algn="just"/>
          <a:endParaRPr lang="en-US"/>
        </a:p>
      </dgm:t>
    </dgm:pt>
    <dgm:pt modelId="{2D14CFCC-21B3-42B2-817C-638166C7739A}" type="sibTrans" cxnId="{3A837AF9-6686-4FE7-AF26-1A549BC4F0E1}">
      <dgm:prSet/>
      <dgm:spPr/>
      <dgm:t>
        <a:bodyPr/>
        <a:lstStyle/>
        <a:p>
          <a:pPr algn="just"/>
          <a:endParaRPr lang="en-US"/>
        </a:p>
      </dgm:t>
    </dgm:pt>
    <dgm:pt modelId="{B89B9A65-CB6B-423F-A4A5-65472EA2CA8F}">
      <dgm:prSet/>
      <dgm:spPr/>
      <dgm:t>
        <a:bodyPr/>
        <a:lstStyle/>
        <a:p>
          <a:pPr algn="just"/>
          <a:r>
            <a:rPr lang="en-US" b="1" i="0" baseline="0"/>
            <a:t>Branched data pipeline authoring </a:t>
          </a:r>
          <a:r>
            <a:rPr lang="en-US" b="0" i="0" baseline="0"/>
            <a:t>lets users build multiple views of the same data, and data provenance and versioning ensure </a:t>
          </a:r>
          <a:r>
            <a:rPr lang="en-US" b="1" i="0" baseline="0"/>
            <a:t>transparency into how new data is derived</a:t>
          </a:r>
          <a:r>
            <a:rPr lang="en-US" b="0" i="0" baseline="0"/>
            <a:t>. </a:t>
          </a:r>
          <a:endParaRPr lang="en-US"/>
        </a:p>
      </dgm:t>
    </dgm:pt>
    <dgm:pt modelId="{85057940-D433-4B8C-86F2-94873429945B}" type="parTrans" cxnId="{3F65CF71-AC8D-4303-AEEF-0C34EB3E0CA6}">
      <dgm:prSet/>
      <dgm:spPr/>
      <dgm:t>
        <a:bodyPr/>
        <a:lstStyle/>
        <a:p>
          <a:pPr algn="just"/>
          <a:endParaRPr lang="en-US"/>
        </a:p>
      </dgm:t>
    </dgm:pt>
    <dgm:pt modelId="{CBC9C9FA-5D11-434C-B933-9E81AFA66AE4}" type="sibTrans" cxnId="{3F65CF71-AC8D-4303-AEEF-0C34EB3E0CA6}">
      <dgm:prSet/>
      <dgm:spPr/>
      <dgm:t>
        <a:bodyPr/>
        <a:lstStyle/>
        <a:p>
          <a:pPr algn="just"/>
          <a:endParaRPr lang="en-US"/>
        </a:p>
      </dgm:t>
    </dgm:pt>
    <dgm:pt modelId="{0CD21745-8438-44E3-AFD9-7EA80A0F5475}">
      <dgm:prSet/>
      <dgm:spPr/>
      <dgm:t>
        <a:bodyPr/>
        <a:lstStyle/>
        <a:p>
          <a:pPr algn="just"/>
          <a:r>
            <a:rPr lang="en-US" b="0" i="0" baseline="0"/>
            <a:t>Foundry provides a set of </a:t>
          </a:r>
          <a:r>
            <a:rPr lang="en-US" b="1" i="0" baseline="0"/>
            <a:t>tools, integrated with the data ecosystem, </a:t>
          </a:r>
          <a:r>
            <a:rPr lang="en-US" b="0" i="0" baseline="0"/>
            <a:t>for analysis and building applications and reports. As an open platform, Foundry also lets you </a:t>
          </a:r>
          <a:r>
            <a:rPr lang="en-US" b="1" i="0" baseline="0"/>
            <a:t>export data and connect to third-party applications </a:t>
          </a:r>
          <a:r>
            <a:rPr lang="en-US" b="0" i="0" baseline="0"/>
            <a:t>already in use at your organization.</a:t>
          </a:r>
          <a:endParaRPr lang="en-US"/>
        </a:p>
      </dgm:t>
    </dgm:pt>
    <dgm:pt modelId="{B5883353-BC1F-4DC0-844A-F37019385DB8}" type="parTrans" cxnId="{CD69BC85-889F-427B-89F2-993FC03A3A65}">
      <dgm:prSet/>
      <dgm:spPr/>
      <dgm:t>
        <a:bodyPr/>
        <a:lstStyle/>
        <a:p>
          <a:pPr algn="just"/>
          <a:endParaRPr lang="en-US"/>
        </a:p>
      </dgm:t>
    </dgm:pt>
    <dgm:pt modelId="{B205FA6E-A232-4669-8974-B65AD310C675}" type="sibTrans" cxnId="{CD69BC85-889F-427B-89F2-993FC03A3A65}">
      <dgm:prSet/>
      <dgm:spPr/>
      <dgm:t>
        <a:bodyPr/>
        <a:lstStyle/>
        <a:p>
          <a:pPr algn="just"/>
          <a:endParaRPr lang="en-US"/>
        </a:p>
      </dgm:t>
    </dgm:pt>
    <dgm:pt modelId="{3A4EC65B-2D5E-4ADA-A2AA-C7EA738E9CF8}" type="pres">
      <dgm:prSet presAssocID="{D588987C-3A17-4709-8A98-C5327E41B769}" presName="vert0" presStyleCnt="0">
        <dgm:presLayoutVars>
          <dgm:dir/>
          <dgm:animOne val="branch"/>
          <dgm:animLvl val="lvl"/>
        </dgm:presLayoutVars>
      </dgm:prSet>
      <dgm:spPr/>
    </dgm:pt>
    <dgm:pt modelId="{82710A97-2770-4EF8-A3C2-02A2FBE3B2ED}" type="pres">
      <dgm:prSet presAssocID="{4A64BBDC-18CD-4C85-859B-3BFC6D87BC03}" presName="thickLine" presStyleLbl="alignNode1" presStyleIdx="0" presStyleCnt="4"/>
      <dgm:spPr/>
    </dgm:pt>
    <dgm:pt modelId="{F2FB2986-9798-42A3-A35E-3A8A37BAC275}" type="pres">
      <dgm:prSet presAssocID="{4A64BBDC-18CD-4C85-859B-3BFC6D87BC03}" presName="horz1" presStyleCnt="0"/>
      <dgm:spPr/>
    </dgm:pt>
    <dgm:pt modelId="{7610C5D6-5661-40F5-A217-7CD9F8C52701}" type="pres">
      <dgm:prSet presAssocID="{4A64BBDC-18CD-4C85-859B-3BFC6D87BC03}" presName="tx1" presStyleLbl="revTx" presStyleIdx="0" presStyleCnt="4"/>
      <dgm:spPr/>
    </dgm:pt>
    <dgm:pt modelId="{5CF118E2-2AB2-4BFA-A4B3-CBE56A95AB21}" type="pres">
      <dgm:prSet presAssocID="{4A64BBDC-18CD-4C85-859B-3BFC6D87BC03}" presName="vert1" presStyleCnt="0"/>
      <dgm:spPr/>
    </dgm:pt>
    <dgm:pt modelId="{EF717722-74E8-487B-908D-2782709F29D4}" type="pres">
      <dgm:prSet presAssocID="{267B2DE0-A309-496D-967F-03C949C92DDC}" presName="thickLine" presStyleLbl="alignNode1" presStyleIdx="1" presStyleCnt="4"/>
      <dgm:spPr/>
    </dgm:pt>
    <dgm:pt modelId="{8DE3F606-2654-4E12-9C91-56CEF06F6AAF}" type="pres">
      <dgm:prSet presAssocID="{267B2DE0-A309-496D-967F-03C949C92DDC}" presName="horz1" presStyleCnt="0"/>
      <dgm:spPr/>
    </dgm:pt>
    <dgm:pt modelId="{5BE30375-49A7-4344-90CC-A9C1905E8955}" type="pres">
      <dgm:prSet presAssocID="{267B2DE0-A309-496D-967F-03C949C92DDC}" presName="tx1" presStyleLbl="revTx" presStyleIdx="1" presStyleCnt="4"/>
      <dgm:spPr/>
    </dgm:pt>
    <dgm:pt modelId="{537BE314-41DA-4276-8610-5523ED87314A}" type="pres">
      <dgm:prSet presAssocID="{267B2DE0-A309-496D-967F-03C949C92DDC}" presName="vert1" presStyleCnt="0"/>
      <dgm:spPr/>
    </dgm:pt>
    <dgm:pt modelId="{E7997A11-23FE-4217-878E-ECD96984AAE2}" type="pres">
      <dgm:prSet presAssocID="{B89B9A65-CB6B-423F-A4A5-65472EA2CA8F}" presName="thickLine" presStyleLbl="alignNode1" presStyleIdx="2" presStyleCnt="4"/>
      <dgm:spPr/>
    </dgm:pt>
    <dgm:pt modelId="{7D676B6C-ECBC-43D3-852C-6D1172E36832}" type="pres">
      <dgm:prSet presAssocID="{B89B9A65-CB6B-423F-A4A5-65472EA2CA8F}" presName="horz1" presStyleCnt="0"/>
      <dgm:spPr/>
    </dgm:pt>
    <dgm:pt modelId="{129774C8-915A-4D00-963F-F0F3A634030E}" type="pres">
      <dgm:prSet presAssocID="{B89B9A65-CB6B-423F-A4A5-65472EA2CA8F}" presName="tx1" presStyleLbl="revTx" presStyleIdx="2" presStyleCnt="4"/>
      <dgm:spPr/>
    </dgm:pt>
    <dgm:pt modelId="{475C012F-B8E7-4863-823E-6C9B84149D19}" type="pres">
      <dgm:prSet presAssocID="{B89B9A65-CB6B-423F-A4A5-65472EA2CA8F}" presName="vert1" presStyleCnt="0"/>
      <dgm:spPr/>
    </dgm:pt>
    <dgm:pt modelId="{BC8DFA8A-BD43-4D7D-96DC-C3EBEC41D059}" type="pres">
      <dgm:prSet presAssocID="{0CD21745-8438-44E3-AFD9-7EA80A0F5475}" presName="thickLine" presStyleLbl="alignNode1" presStyleIdx="3" presStyleCnt="4"/>
      <dgm:spPr/>
    </dgm:pt>
    <dgm:pt modelId="{FD61F5E5-D94B-4263-9BF6-C9EFDC3C40C6}" type="pres">
      <dgm:prSet presAssocID="{0CD21745-8438-44E3-AFD9-7EA80A0F5475}" presName="horz1" presStyleCnt="0"/>
      <dgm:spPr/>
    </dgm:pt>
    <dgm:pt modelId="{D0E01C21-DE47-41C8-87DB-3406D1492A66}" type="pres">
      <dgm:prSet presAssocID="{0CD21745-8438-44E3-AFD9-7EA80A0F5475}" presName="tx1" presStyleLbl="revTx" presStyleIdx="3" presStyleCnt="4"/>
      <dgm:spPr/>
    </dgm:pt>
    <dgm:pt modelId="{455FD5E9-B43C-463A-975A-C0BBCBABCF7E}" type="pres">
      <dgm:prSet presAssocID="{0CD21745-8438-44E3-AFD9-7EA80A0F5475}" presName="vert1" presStyleCnt="0"/>
      <dgm:spPr/>
    </dgm:pt>
  </dgm:ptLst>
  <dgm:cxnLst>
    <dgm:cxn modelId="{8D8B5D04-684C-4C4F-BB6E-402CE1982A02}" type="presOf" srcId="{4A64BBDC-18CD-4C85-859B-3BFC6D87BC03}" destId="{7610C5D6-5661-40F5-A217-7CD9F8C52701}" srcOrd="0" destOrd="0" presId="urn:microsoft.com/office/officeart/2008/layout/LinedList"/>
    <dgm:cxn modelId="{76920B10-750E-4083-8BBD-549A1DCF0ED6}" type="presOf" srcId="{B89B9A65-CB6B-423F-A4A5-65472EA2CA8F}" destId="{129774C8-915A-4D00-963F-F0F3A634030E}" srcOrd="0" destOrd="0" presId="urn:microsoft.com/office/officeart/2008/layout/LinedList"/>
    <dgm:cxn modelId="{74021B34-CE1A-45FC-8400-2071C21E8DDB}" type="presOf" srcId="{267B2DE0-A309-496D-967F-03C949C92DDC}" destId="{5BE30375-49A7-4344-90CC-A9C1905E8955}" srcOrd="0" destOrd="0" presId="urn:microsoft.com/office/officeart/2008/layout/LinedList"/>
    <dgm:cxn modelId="{3F65CF71-AC8D-4303-AEEF-0C34EB3E0CA6}" srcId="{D588987C-3A17-4709-8A98-C5327E41B769}" destId="{B89B9A65-CB6B-423F-A4A5-65472EA2CA8F}" srcOrd="2" destOrd="0" parTransId="{85057940-D433-4B8C-86F2-94873429945B}" sibTransId="{CBC9C9FA-5D11-434C-B933-9E81AFA66AE4}"/>
    <dgm:cxn modelId="{CD69BC85-889F-427B-89F2-993FC03A3A65}" srcId="{D588987C-3A17-4709-8A98-C5327E41B769}" destId="{0CD21745-8438-44E3-AFD9-7EA80A0F5475}" srcOrd="3" destOrd="0" parTransId="{B5883353-BC1F-4DC0-844A-F37019385DB8}" sibTransId="{B205FA6E-A232-4669-8974-B65AD310C675}"/>
    <dgm:cxn modelId="{94CD8D90-674A-4D88-BBAD-8F7921E5C748}" type="presOf" srcId="{0CD21745-8438-44E3-AFD9-7EA80A0F5475}" destId="{D0E01C21-DE47-41C8-87DB-3406D1492A66}" srcOrd="0" destOrd="0" presId="urn:microsoft.com/office/officeart/2008/layout/LinedList"/>
    <dgm:cxn modelId="{EC9D4ABE-CFA7-40C8-B8E3-AFE44F2AE08A}" type="presOf" srcId="{D588987C-3A17-4709-8A98-C5327E41B769}" destId="{3A4EC65B-2D5E-4ADA-A2AA-C7EA738E9CF8}" srcOrd="0" destOrd="0" presId="urn:microsoft.com/office/officeart/2008/layout/LinedList"/>
    <dgm:cxn modelId="{43B25BD5-2274-4ADA-AB14-105235A0AF1D}" srcId="{D588987C-3A17-4709-8A98-C5327E41B769}" destId="{4A64BBDC-18CD-4C85-859B-3BFC6D87BC03}" srcOrd="0" destOrd="0" parTransId="{4944836C-CD63-4392-9CDA-24B95D95983C}" sibTransId="{808E3E62-A8A7-4C25-8DFA-933BE9341A50}"/>
    <dgm:cxn modelId="{3A837AF9-6686-4FE7-AF26-1A549BC4F0E1}" srcId="{D588987C-3A17-4709-8A98-C5327E41B769}" destId="{267B2DE0-A309-496D-967F-03C949C92DDC}" srcOrd="1" destOrd="0" parTransId="{68195260-2DA2-4659-8D5D-A00D7B81D617}" sibTransId="{2D14CFCC-21B3-42B2-817C-638166C7739A}"/>
    <dgm:cxn modelId="{294E8E76-BF6A-4C0C-971D-BB4FCA489C37}" type="presParOf" srcId="{3A4EC65B-2D5E-4ADA-A2AA-C7EA738E9CF8}" destId="{82710A97-2770-4EF8-A3C2-02A2FBE3B2ED}" srcOrd="0" destOrd="0" presId="urn:microsoft.com/office/officeart/2008/layout/LinedList"/>
    <dgm:cxn modelId="{25502893-74A1-42C4-A973-3B3033D2E039}" type="presParOf" srcId="{3A4EC65B-2D5E-4ADA-A2AA-C7EA738E9CF8}" destId="{F2FB2986-9798-42A3-A35E-3A8A37BAC275}" srcOrd="1" destOrd="0" presId="urn:microsoft.com/office/officeart/2008/layout/LinedList"/>
    <dgm:cxn modelId="{E3F61FD4-B618-4A09-BA83-3F41CE8886E4}" type="presParOf" srcId="{F2FB2986-9798-42A3-A35E-3A8A37BAC275}" destId="{7610C5D6-5661-40F5-A217-7CD9F8C52701}" srcOrd="0" destOrd="0" presId="urn:microsoft.com/office/officeart/2008/layout/LinedList"/>
    <dgm:cxn modelId="{34EE3CFF-0B62-45FA-AC1A-330CC6794FF0}" type="presParOf" srcId="{F2FB2986-9798-42A3-A35E-3A8A37BAC275}" destId="{5CF118E2-2AB2-4BFA-A4B3-CBE56A95AB21}" srcOrd="1" destOrd="0" presId="urn:microsoft.com/office/officeart/2008/layout/LinedList"/>
    <dgm:cxn modelId="{F6B6077F-2748-45FB-976C-20027679F6E3}" type="presParOf" srcId="{3A4EC65B-2D5E-4ADA-A2AA-C7EA738E9CF8}" destId="{EF717722-74E8-487B-908D-2782709F29D4}" srcOrd="2" destOrd="0" presId="urn:microsoft.com/office/officeart/2008/layout/LinedList"/>
    <dgm:cxn modelId="{07B87968-7659-4996-A3E5-30D5B64A8A01}" type="presParOf" srcId="{3A4EC65B-2D5E-4ADA-A2AA-C7EA738E9CF8}" destId="{8DE3F606-2654-4E12-9C91-56CEF06F6AAF}" srcOrd="3" destOrd="0" presId="urn:microsoft.com/office/officeart/2008/layout/LinedList"/>
    <dgm:cxn modelId="{613D8A48-CBF3-4CFB-9E6A-C9C96F605276}" type="presParOf" srcId="{8DE3F606-2654-4E12-9C91-56CEF06F6AAF}" destId="{5BE30375-49A7-4344-90CC-A9C1905E8955}" srcOrd="0" destOrd="0" presId="urn:microsoft.com/office/officeart/2008/layout/LinedList"/>
    <dgm:cxn modelId="{C4A9B03C-85FB-4821-BC8C-08063E2CC574}" type="presParOf" srcId="{8DE3F606-2654-4E12-9C91-56CEF06F6AAF}" destId="{537BE314-41DA-4276-8610-5523ED87314A}" srcOrd="1" destOrd="0" presId="urn:microsoft.com/office/officeart/2008/layout/LinedList"/>
    <dgm:cxn modelId="{ED6555A9-336A-44F6-9F75-60E98058A39F}" type="presParOf" srcId="{3A4EC65B-2D5E-4ADA-A2AA-C7EA738E9CF8}" destId="{E7997A11-23FE-4217-878E-ECD96984AAE2}" srcOrd="4" destOrd="0" presId="urn:microsoft.com/office/officeart/2008/layout/LinedList"/>
    <dgm:cxn modelId="{1D3FB5D0-57A5-4211-8781-C3FFEC08EA75}" type="presParOf" srcId="{3A4EC65B-2D5E-4ADA-A2AA-C7EA738E9CF8}" destId="{7D676B6C-ECBC-43D3-852C-6D1172E36832}" srcOrd="5" destOrd="0" presId="urn:microsoft.com/office/officeart/2008/layout/LinedList"/>
    <dgm:cxn modelId="{77D63435-1A63-443E-8C9D-99BC7E1E85B6}" type="presParOf" srcId="{7D676B6C-ECBC-43D3-852C-6D1172E36832}" destId="{129774C8-915A-4D00-963F-F0F3A634030E}" srcOrd="0" destOrd="0" presId="urn:microsoft.com/office/officeart/2008/layout/LinedList"/>
    <dgm:cxn modelId="{7BD2F835-EEDB-41A7-95F8-938BB410E8EA}" type="presParOf" srcId="{7D676B6C-ECBC-43D3-852C-6D1172E36832}" destId="{475C012F-B8E7-4863-823E-6C9B84149D19}" srcOrd="1" destOrd="0" presId="urn:microsoft.com/office/officeart/2008/layout/LinedList"/>
    <dgm:cxn modelId="{9359D07C-ACAC-4618-84A5-9D72C0E938F6}" type="presParOf" srcId="{3A4EC65B-2D5E-4ADA-A2AA-C7EA738E9CF8}" destId="{BC8DFA8A-BD43-4D7D-96DC-C3EBEC41D059}" srcOrd="6" destOrd="0" presId="urn:microsoft.com/office/officeart/2008/layout/LinedList"/>
    <dgm:cxn modelId="{9045E291-80BD-4CAF-B59A-09510C95064A}" type="presParOf" srcId="{3A4EC65B-2D5E-4ADA-A2AA-C7EA738E9CF8}" destId="{FD61F5E5-D94B-4263-9BF6-C9EFDC3C40C6}" srcOrd="7" destOrd="0" presId="urn:microsoft.com/office/officeart/2008/layout/LinedList"/>
    <dgm:cxn modelId="{E9773CB2-1956-4AD9-BF90-762A7F29CB32}" type="presParOf" srcId="{FD61F5E5-D94B-4263-9BF6-C9EFDC3C40C6}" destId="{D0E01C21-DE47-41C8-87DB-3406D1492A66}" srcOrd="0" destOrd="0" presId="urn:microsoft.com/office/officeart/2008/layout/LinedList"/>
    <dgm:cxn modelId="{29505C8D-5A54-49D7-AE26-8EAD410AC802}" type="presParOf" srcId="{FD61F5E5-D94B-4263-9BF6-C9EFDC3C40C6}" destId="{455FD5E9-B43C-463A-975A-C0BBCBABCF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31F5BA-9E25-4330-B39A-ED1DE604F547}" type="doc">
      <dgm:prSet loTypeId="urn:microsoft.com/office/officeart/2005/8/layout/vList6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59EBED-2BBE-4528-8195-F5080DE07F95}">
      <dgm:prSet phldrT="[Text]" custT="1"/>
      <dgm:spPr/>
      <dgm:t>
        <a:bodyPr/>
        <a:lstStyle/>
        <a:p>
          <a:r>
            <a:rPr lang="en-US" sz="2800" dirty="0"/>
            <a:t>Discover data across your organization.</a:t>
          </a:r>
        </a:p>
      </dgm:t>
    </dgm:pt>
    <dgm:pt modelId="{27A87E3F-71B4-4C02-9F29-329B54DBF1DD}" type="parTrans" cxnId="{07ECDE01-B7BC-43FC-99D4-9639AB47EF33}">
      <dgm:prSet/>
      <dgm:spPr/>
      <dgm:t>
        <a:bodyPr/>
        <a:lstStyle/>
        <a:p>
          <a:endParaRPr lang="en-US" sz="2000"/>
        </a:p>
      </dgm:t>
    </dgm:pt>
    <dgm:pt modelId="{6FD41D69-D1BD-4104-A8EC-C6B61612F120}" type="sibTrans" cxnId="{07ECDE01-B7BC-43FC-99D4-9639AB47EF33}">
      <dgm:prSet/>
      <dgm:spPr/>
      <dgm:t>
        <a:bodyPr/>
        <a:lstStyle/>
        <a:p>
          <a:endParaRPr lang="en-US" sz="2000"/>
        </a:p>
      </dgm:t>
    </dgm:pt>
    <dgm:pt modelId="{04E98685-57CF-407C-8845-C610497B649B}">
      <dgm:prSet phldrT="[Text]" custT="1"/>
      <dgm:spPr/>
      <dgm:t>
        <a:bodyPr/>
        <a:lstStyle/>
        <a:p>
          <a:r>
            <a:rPr lang="en-US" sz="1800" dirty="0"/>
            <a:t>Data is centralized and searchable in Foundry. Foundry becomes the starting place for all data-driven questions in your organization. </a:t>
          </a:r>
        </a:p>
      </dgm:t>
    </dgm:pt>
    <dgm:pt modelId="{3C013D77-FA42-4A49-A9B9-3EB2BEC1D53A}" type="parTrans" cxnId="{91EA78A6-8DEE-433F-8BCD-47566CCCC71C}">
      <dgm:prSet/>
      <dgm:spPr/>
      <dgm:t>
        <a:bodyPr/>
        <a:lstStyle/>
        <a:p>
          <a:endParaRPr lang="en-US" sz="2000"/>
        </a:p>
      </dgm:t>
    </dgm:pt>
    <dgm:pt modelId="{504E964A-66CE-47FB-B5A6-D2000F79B4C8}" type="sibTrans" cxnId="{91EA78A6-8DEE-433F-8BCD-47566CCCC71C}">
      <dgm:prSet/>
      <dgm:spPr/>
      <dgm:t>
        <a:bodyPr/>
        <a:lstStyle/>
        <a:p>
          <a:endParaRPr lang="en-US" sz="2000"/>
        </a:p>
      </dgm:t>
    </dgm:pt>
    <dgm:pt modelId="{AA80A9E8-9507-49E6-BBBF-D2D8C04092C0}">
      <dgm:prSet phldrT="[Text]" custT="1"/>
      <dgm:spPr/>
      <dgm:t>
        <a:bodyPr/>
        <a:lstStyle/>
        <a:p>
          <a:r>
            <a:rPr lang="en-US" sz="2800" dirty="0"/>
            <a:t>View and explore any data available to you.</a:t>
          </a:r>
        </a:p>
      </dgm:t>
    </dgm:pt>
    <dgm:pt modelId="{6B96736F-612C-4917-8591-A77B90D5413B}" type="parTrans" cxnId="{43F44CAC-7D4C-4998-8F22-769F74BE8ABA}">
      <dgm:prSet/>
      <dgm:spPr/>
      <dgm:t>
        <a:bodyPr/>
        <a:lstStyle/>
        <a:p>
          <a:endParaRPr lang="en-US" sz="2000"/>
        </a:p>
      </dgm:t>
    </dgm:pt>
    <dgm:pt modelId="{8EF03BE4-2633-43D3-A548-1A2DB3C8085E}" type="sibTrans" cxnId="{43F44CAC-7D4C-4998-8F22-769F74BE8ABA}">
      <dgm:prSet/>
      <dgm:spPr/>
      <dgm:t>
        <a:bodyPr/>
        <a:lstStyle/>
        <a:p>
          <a:endParaRPr lang="en-US" sz="2000"/>
        </a:p>
      </dgm:t>
    </dgm:pt>
    <dgm:pt modelId="{994E2B9D-C998-4723-BF18-43709C334922}">
      <dgm:prSet phldrT="[Text]" custT="1"/>
      <dgm:spPr/>
      <dgm:t>
        <a:bodyPr/>
        <a:lstStyle/>
        <a:p>
          <a:r>
            <a:rPr lang="en-US" sz="1800" dirty="0"/>
            <a:t>Data is accessible to every user, regardless of technical skill level. Foundry offers a unified and user-friendly interface for viewing any structured data in your organization.</a:t>
          </a:r>
        </a:p>
      </dgm:t>
    </dgm:pt>
    <dgm:pt modelId="{F92BD375-7F19-42A9-848C-E22003A18BD6}" type="parTrans" cxnId="{85935B34-E432-4DF2-B78F-6F80BCD25A9C}">
      <dgm:prSet/>
      <dgm:spPr/>
      <dgm:t>
        <a:bodyPr/>
        <a:lstStyle/>
        <a:p>
          <a:endParaRPr lang="en-US" sz="2000"/>
        </a:p>
      </dgm:t>
    </dgm:pt>
    <dgm:pt modelId="{AA3C21CA-5C7B-4E30-8F57-B949FD744AC1}" type="sibTrans" cxnId="{85935B34-E432-4DF2-B78F-6F80BCD25A9C}">
      <dgm:prSet/>
      <dgm:spPr/>
      <dgm:t>
        <a:bodyPr/>
        <a:lstStyle/>
        <a:p>
          <a:endParaRPr lang="en-US" sz="2000"/>
        </a:p>
      </dgm:t>
    </dgm:pt>
    <dgm:pt modelId="{C4443291-C0FE-44A5-ACDB-DA7DB55CDA11}">
      <dgm:prSet phldrT="[Text]" custT="1"/>
      <dgm:spPr/>
      <dgm:t>
        <a:bodyPr/>
        <a:lstStyle/>
        <a:p>
          <a:r>
            <a:rPr lang="en-US" sz="2800" dirty="0"/>
            <a:t>Analyze and combine data at scale.</a:t>
          </a:r>
        </a:p>
      </dgm:t>
    </dgm:pt>
    <dgm:pt modelId="{5058F929-0DBC-4B15-BA8C-1566808DF984}" type="parTrans" cxnId="{33C786BE-31FF-4DB0-B832-A305EFC9A670}">
      <dgm:prSet/>
      <dgm:spPr/>
      <dgm:t>
        <a:bodyPr/>
        <a:lstStyle/>
        <a:p>
          <a:endParaRPr lang="en-US" sz="2000"/>
        </a:p>
      </dgm:t>
    </dgm:pt>
    <dgm:pt modelId="{B5B55EEB-0E64-4B94-ADEA-41FB21174E7C}" type="sibTrans" cxnId="{33C786BE-31FF-4DB0-B832-A305EFC9A670}">
      <dgm:prSet/>
      <dgm:spPr/>
      <dgm:t>
        <a:bodyPr/>
        <a:lstStyle/>
        <a:p>
          <a:endParaRPr lang="en-US" sz="2000"/>
        </a:p>
      </dgm:t>
    </dgm:pt>
    <dgm:pt modelId="{187DC5C2-7FC7-448C-B1AD-9B2C88AE608E}">
      <dgm:prSet phldrT="[Text]" custT="1"/>
      <dgm:spPr/>
      <dgm:t>
        <a:bodyPr/>
        <a:lstStyle/>
        <a:p>
          <a:r>
            <a:rPr lang="en-US" sz="1800" dirty="0"/>
            <a:t>Foundry enables you to work with massive datasets, slicing, transforming, and aggregating data just as easily as if you were working with a spreadsheet on your desktop</a:t>
          </a:r>
        </a:p>
      </dgm:t>
    </dgm:pt>
    <dgm:pt modelId="{A28BBCC6-045C-4F69-A733-110E24084F56}" type="parTrans" cxnId="{6C69A260-C6F7-4E4D-81FF-90A85918C3F8}">
      <dgm:prSet/>
      <dgm:spPr/>
      <dgm:t>
        <a:bodyPr/>
        <a:lstStyle/>
        <a:p>
          <a:endParaRPr lang="en-US" sz="2000"/>
        </a:p>
      </dgm:t>
    </dgm:pt>
    <dgm:pt modelId="{7D9E997F-A515-4955-9C2D-ACB875084818}" type="sibTrans" cxnId="{6C69A260-C6F7-4E4D-81FF-90A85918C3F8}">
      <dgm:prSet/>
      <dgm:spPr/>
      <dgm:t>
        <a:bodyPr/>
        <a:lstStyle/>
        <a:p>
          <a:endParaRPr lang="en-US" sz="2000"/>
        </a:p>
      </dgm:t>
    </dgm:pt>
    <dgm:pt modelId="{5920E8E0-4810-42AD-8396-C2316F0FEA49}">
      <dgm:prSet phldrT="[Text]" custT="1"/>
      <dgm:spPr/>
      <dgm:t>
        <a:bodyPr/>
        <a:lstStyle/>
        <a:p>
          <a:r>
            <a:rPr lang="en-US" sz="2800" dirty="0"/>
            <a:t>Contribute data back into your organization.</a:t>
          </a:r>
        </a:p>
      </dgm:t>
    </dgm:pt>
    <dgm:pt modelId="{119C7B0B-C577-403F-A33F-2D40132294DD}" type="parTrans" cxnId="{4B5D2FAD-9572-4413-AEBD-E663BB2AEB1E}">
      <dgm:prSet/>
      <dgm:spPr/>
      <dgm:t>
        <a:bodyPr/>
        <a:lstStyle/>
        <a:p>
          <a:endParaRPr lang="en-US" sz="2000"/>
        </a:p>
      </dgm:t>
    </dgm:pt>
    <dgm:pt modelId="{54074FB7-5AC9-4B7F-9A41-FCADE5AF1394}" type="sibTrans" cxnId="{4B5D2FAD-9572-4413-AEBD-E663BB2AEB1E}">
      <dgm:prSet/>
      <dgm:spPr/>
      <dgm:t>
        <a:bodyPr/>
        <a:lstStyle/>
        <a:p>
          <a:endParaRPr lang="en-US" sz="2000"/>
        </a:p>
      </dgm:t>
    </dgm:pt>
    <dgm:pt modelId="{7BF06BAF-8211-4758-B05B-929928E17DAA}">
      <dgm:prSet phldrT="[Text]" custT="1"/>
      <dgm:spPr/>
      <dgm:t>
        <a:bodyPr/>
        <a:lstStyle/>
        <a:p>
          <a:r>
            <a:rPr lang="en-US" sz="1800" dirty="0"/>
            <a:t>A straight derivation from an enterprise data source you standardize the messy values in a column in a way that makes the distribution of values easier to understand.</a:t>
          </a:r>
        </a:p>
      </dgm:t>
    </dgm:pt>
    <dgm:pt modelId="{C4845D4C-325A-4427-9DD1-0D538C4F7828}" type="parTrans" cxnId="{52F2288F-8E9B-4F6D-A079-A399B901D247}">
      <dgm:prSet/>
      <dgm:spPr/>
      <dgm:t>
        <a:bodyPr/>
        <a:lstStyle/>
        <a:p>
          <a:endParaRPr lang="en-US" sz="2000"/>
        </a:p>
      </dgm:t>
    </dgm:pt>
    <dgm:pt modelId="{50FDEB35-E018-4252-BCAB-3419EFD448F6}" type="sibTrans" cxnId="{52F2288F-8E9B-4F6D-A079-A399B901D247}">
      <dgm:prSet/>
      <dgm:spPr/>
      <dgm:t>
        <a:bodyPr/>
        <a:lstStyle/>
        <a:p>
          <a:endParaRPr lang="en-US" sz="2000"/>
        </a:p>
      </dgm:t>
    </dgm:pt>
    <dgm:pt modelId="{349E7E37-4B47-4151-ABEF-5DFC3B89E18F}">
      <dgm:prSet phldrT="[Text]" custT="1"/>
      <dgm:spPr/>
      <dgm:t>
        <a:bodyPr/>
        <a:lstStyle/>
        <a:p>
          <a:r>
            <a:rPr lang="en-US" sz="2800" dirty="0"/>
            <a:t>Build on the data in your organization.</a:t>
          </a:r>
        </a:p>
      </dgm:t>
    </dgm:pt>
    <dgm:pt modelId="{DE5BE9FF-AE10-411C-8EB4-0C18E130DC0D}" type="parTrans" cxnId="{5D9C50C7-598F-490A-A8F8-50A94EB74CA7}">
      <dgm:prSet/>
      <dgm:spPr/>
      <dgm:t>
        <a:bodyPr/>
        <a:lstStyle/>
        <a:p>
          <a:endParaRPr lang="en-US" sz="2000"/>
        </a:p>
      </dgm:t>
    </dgm:pt>
    <dgm:pt modelId="{E6CA2D56-0934-440D-A10C-854DEB8478C4}" type="sibTrans" cxnId="{5D9C50C7-598F-490A-A8F8-50A94EB74CA7}">
      <dgm:prSet/>
      <dgm:spPr/>
      <dgm:t>
        <a:bodyPr/>
        <a:lstStyle/>
        <a:p>
          <a:endParaRPr lang="en-US" sz="2000"/>
        </a:p>
      </dgm:t>
    </dgm:pt>
    <dgm:pt modelId="{D8A7D426-638B-488F-B88B-F2BBA68D7A31}">
      <dgm:prSet phldrT="[Text]" custT="1"/>
      <dgm:spPr/>
      <dgm:t>
        <a:bodyPr/>
        <a:lstStyle/>
        <a:p>
          <a:r>
            <a:rPr lang="en-US" sz="2000" dirty="0"/>
            <a:t>Foundry dramatically accelerates the ability to build new tools and get them in front of the business analysts who need them.</a:t>
          </a:r>
        </a:p>
      </dgm:t>
    </dgm:pt>
    <dgm:pt modelId="{1BBE99C4-D040-4EF7-B8AF-5F21250A8749}" type="parTrans" cxnId="{E12CE305-4B4B-4BC7-A084-11DFE6B5D98F}">
      <dgm:prSet/>
      <dgm:spPr/>
      <dgm:t>
        <a:bodyPr/>
        <a:lstStyle/>
        <a:p>
          <a:endParaRPr lang="en-US" sz="2000"/>
        </a:p>
      </dgm:t>
    </dgm:pt>
    <dgm:pt modelId="{A852B240-7A11-483F-9A1B-D43FD956137B}" type="sibTrans" cxnId="{E12CE305-4B4B-4BC7-A084-11DFE6B5D98F}">
      <dgm:prSet/>
      <dgm:spPr/>
      <dgm:t>
        <a:bodyPr/>
        <a:lstStyle/>
        <a:p>
          <a:endParaRPr lang="en-US" sz="2000"/>
        </a:p>
      </dgm:t>
    </dgm:pt>
    <dgm:pt modelId="{3BDD2B08-9FE4-4AC4-82C4-89A84D8D0C6A}" type="pres">
      <dgm:prSet presAssocID="{2131F5BA-9E25-4330-B39A-ED1DE604F547}" presName="Name0" presStyleCnt="0">
        <dgm:presLayoutVars>
          <dgm:dir/>
          <dgm:animLvl val="lvl"/>
          <dgm:resizeHandles/>
        </dgm:presLayoutVars>
      </dgm:prSet>
      <dgm:spPr/>
    </dgm:pt>
    <dgm:pt modelId="{A40D85BC-270E-405F-BCAE-FC4E2183D283}" type="pres">
      <dgm:prSet presAssocID="{9959EBED-2BBE-4528-8195-F5080DE07F95}" presName="linNode" presStyleCnt="0"/>
      <dgm:spPr/>
    </dgm:pt>
    <dgm:pt modelId="{B5D31F34-08A4-4201-AD49-CFBBDEAAB06B}" type="pres">
      <dgm:prSet presAssocID="{9959EBED-2BBE-4528-8195-F5080DE07F95}" presName="parentShp" presStyleLbl="node1" presStyleIdx="0" presStyleCnt="5">
        <dgm:presLayoutVars>
          <dgm:bulletEnabled val="1"/>
        </dgm:presLayoutVars>
      </dgm:prSet>
      <dgm:spPr/>
    </dgm:pt>
    <dgm:pt modelId="{4A32C57F-461A-40D4-8508-9C730E9CDF2A}" type="pres">
      <dgm:prSet presAssocID="{9959EBED-2BBE-4528-8195-F5080DE07F95}" presName="childShp" presStyleLbl="bgAccFollowNode1" presStyleIdx="0" presStyleCnt="5">
        <dgm:presLayoutVars>
          <dgm:bulletEnabled val="1"/>
        </dgm:presLayoutVars>
      </dgm:prSet>
      <dgm:spPr/>
    </dgm:pt>
    <dgm:pt modelId="{6D9A992B-B6DE-475F-8CFF-0AC82CD16480}" type="pres">
      <dgm:prSet presAssocID="{6FD41D69-D1BD-4104-A8EC-C6B61612F120}" presName="spacing" presStyleCnt="0"/>
      <dgm:spPr/>
    </dgm:pt>
    <dgm:pt modelId="{9FBD0A38-2284-46C1-ABD4-43140A46A6B3}" type="pres">
      <dgm:prSet presAssocID="{AA80A9E8-9507-49E6-BBBF-D2D8C04092C0}" presName="linNode" presStyleCnt="0"/>
      <dgm:spPr/>
    </dgm:pt>
    <dgm:pt modelId="{B263AA0F-A4CC-4D52-B188-62996E813F67}" type="pres">
      <dgm:prSet presAssocID="{AA80A9E8-9507-49E6-BBBF-D2D8C04092C0}" presName="parentShp" presStyleLbl="node1" presStyleIdx="1" presStyleCnt="5">
        <dgm:presLayoutVars>
          <dgm:bulletEnabled val="1"/>
        </dgm:presLayoutVars>
      </dgm:prSet>
      <dgm:spPr/>
    </dgm:pt>
    <dgm:pt modelId="{89FE4B87-4FAC-4A9D-9E75-D81A8C14ED90}" type="pres">
      <dgm:prSet presAssocID="{AA80A9E8-9507-49E6-BBBF-D2D8C04092C0}" presName="childShp" presStyleLbl="bgAccFollowNode1" presStyleIdx="1" presStyleCnt="5">
        <dgm:presLayoutVars>
          <dgm:bulletEnabled val="1"/>
        </dgm:presLayoutVars>
      </dgm:prSet>
      <dgm:spPr/>
    </dgm:pt>
    <dgm:pt modelId="{78E49A78-7DF8-4E37-B87C-D3487FF414CF}" type="pres">
      <dgm:prSet presAssocID="{8EF03BE4-2633-43D3-A548-1A2DB3C8085E}" presName="spacing" presStyleCnt="0"/>
      <dgm:spPr/>
    </dgm:pt>
    <dgm:pt modelId="{D6D15321-5934-4678-9CBE-F7CBD89B415E}" type="pres">
      <dgm:prSet presAssocID="{C4443291-C0FE-44A5-ACDB-DA7DB55CDA11}" presName="linNode" presStyleCnt="0"/>
      <dgm:spPr/>
    </dgm:pt>
    <dgm:pt modelId="{562747C5-1260-4A22-9F1C-D0A5F4AAFC90}" type="pres">
      <dgm:prSet presAssocID="{C4443291-C0FE-44A5-ACDB-DA7DB55CDA11}" presName="parentShp" presStyleLbl="node1" presStyleIdx="2" presStyleCnt="5">
        <dgm:presLayoutVars>
          <dgm:bulletEnabled val="1"/>
        </dgm:presLayoutVars>
      </dgm:prSet>
      <dgm:spPr/>
    </dgm:pt>
    <dgm:pt modelId="{A4C9C271-2691-41E0-9638-804783FC386C}" type="pres">
      <dgm:prSet presAssocID="{C4443291-C0FE-44A5-ACDB-DA7DB55CDA11}" presName="childShp" presStyleLbl="bgAccFollowNode1" presStyleIdx="2" presStyleCnt="5">
        <dgm:presLayoutVars>
          <dgm:bulletEnabled val="1"/>
        </dgm:presLayoutVars>
      </dgm:prSet>
      <dgm:spPr/>
    </dgm:pt>
    <dgm:pt modelId="{2C206BAD-09DA-4112-AC45-E8B3C71E49C4}" type="pres">
      <dgm:prSet presAssocID="{B5B55EEB-0E64-4B94-ADEA-41FB21174E7C}" presName="spacing" presStyleCnt="0"/>
      <dgm:spPr/>
    </dgm:pt>
    <dgm:pt modelId="{6C71B6B3-1657-4E23-B46B-080398996128}" type="pres">
      <dgm:prSet presAssocID="{5920E8E0-4810-42AD-8396-C2316F0FEA49}" presName="linNode" presStyleCnt="0"/>
      <dgm:spPr/>
    </dgm:pt>
    <dgm:pt modelId="{10B9777B-6347-42E9-B28A-056F5AC99212}" type="pres">
      <dgm:prSet presAssocID="{5920E8E0-4810-42AD-8396-C2316F0FEA49}" presName="parentShp" presStyleLbl="node1" presStyleIdx="3" presStyleCnt="5">
        <dgm:presLayoutVars>
          <dgm:bulletEnabled val="1"/>
        </dgm:presLayoutVars>
      </dgm:prSet>
      <dgm:spPr/>
    </dgm:pt>
    <dgm:pt modelId="{0FF56FBA-C910-4958-A306-3760DCD22ED6}" type="pres">
      <dgm:prSet presAssocID="{5920E8E0-4810-42AD-8396-C2316F0FEA49}" presName="childShp" presStyleLbl="bgAccFollowNode1" presStyleIdx="3" presStyleCnt="5">
        <dgm:presLayoutVars>
          <dgm:bulletEnabled val="1"/>
        </dgm:presLayoutVars>
      </dgm:prSet>
      <dgm:spPr/>
    </dgm:pt>
    <dgm:pt modelId="{7E560DD8-5BAD-433F-8315-7FA44843BA08}" type="pres">
      <dgm:prSet presAssocID="{54074FB7-5AC9-4B7F-9A41-FCADE5AF1394}" presName="spacing" presStyleCnt="0"/>
      <dgm:spPr/>
    </dgm:pt>
    <dgm:pt modelId="{2516B750-5A4B-442D-9D26-CD6EC8AB7C47}" type="pres">
      <dgm:prSet presAssocID="{349E7E37-4B47-4151-ABEF-5DFC3B89E18F}" presName="linNode" presStyleCnt="0"/>
      <dgm:spPr/>
    </dgm:pt>
    <dgm:pt modelId="{AD50FE6B-2957-4999-A55E-8DB406C327BA}" type="pres">
      <dgm:prSet presAssocID="{349E7E37-4B47-4151-ABEF-5DFC3B89E18F}" presName="parentShp" presStyleLbl="node1" presStyleIdx="4" presStyleCnt="5">
        <dgm:presLayoutVars>
          <dgm:bulletEnabled val="1"/>
        </dgm:presLayoutVars>
      </dgm:prSet>
      <dgm:spPr/>
    </dgm:pt>
    <dgm:pt modelId="{5B140E5E-CC8E-4BEF-B9DB-EEEA91A09BA7}" type="pres">
      <dgm:prSet presAssocID="{349E7E37-4B47-4151-ABEF-5DFC3B89E18F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07ECDE01-B7BC-43FC-99D4-9639AB47EF33}" srcId="{2131F5BA-9E25-4330-B39A-ED1DE604F547}" destId="{9959EBED-2BBE-4528-8195-F5080DE07F95}" srcOrd="0" destOrd="0" parTransId="{27A87E3F-71B4-4C02-9F29-329B54DBF1DD}" sibTransId="{6FD41D69-D1BD-4104-A8EC-C6B61612F120}"/>
    <dgm:cxn modelId="{E12CE305-4B4B-4BC7-A084-11DFE6B5D98F}" srcId="{349E7E37-4B47-4151-ABEF-5DFC3B89E18F}" destId="{D8A7D426-638B-488F-B88B-F2BBA68D7A31}" srcOrd="0" destOrd="0" parTransId="{1BBE99C4-D040-4EF7-B8AF-5F21250A8749}" sibTransId="{A852B240-7A11-483F-9A1B-D43FD956137B}"/>
    <dgm:cxn modelId="{31039522-0BDF-4B79-97A9-502A478AB973}" type="presOf" srcId="{349E7E37-4B47-4151-ABEF-5DFC3B89E18F}" destId="{AD50FE6B-2957-4999-A55E-8DB406C327BA}" srcOrd="0" destOrd="0" presId="urn:microsoft.com/office/officeart/2005/8/layout/vList6"/>
    <dgm:cxn modelId="{85935B34-E432-4DF2-B78F-6F80BCD25A9C}" srcId="{AA80A9E8-9507-49E6-BBBF-D2D8C04092C0}" destId="{994E2B9D-C998-4723-BF18-43709C334922}" srcOrd="0" destOrd="0" parTransId="{F92BD375-7F19-42A9-848C-E22003A18BD6}" sibTransId="{AA3C21CA-5C7B-4E30-8F57-B949FD744AC1}"/>
    <dgm:cxn modelId="{6B90A639-DFDB-45B8-B2F7-E53515141C22}" type="presOf" srcId="{AA80A9E8-9507-49E6-BBBF-D2D8C04092C0}" destId="{B263AA0F-A4CC-4D52-B188-62996E813F67}" srcOrd="0" destOrd="0" presId="urn:microsoft.com/office/officeart/2005/8/layout/vList6"/>
    <dgm:cxn modelId="{6C69A260-C6F7-4E4D-81FF-90A85918C3F8}" srcId="{C4443291-C0FE-44A5-ACDB-DA7DB55CDA11}" destId="{187DC5C2-7FC7-448C-B1AD-9B2C88AE608E}" srcOrd="0" destOrd="0" parTransId="{A28BBCC6-045C-4F69-A733-110E24084F56}" sibTransId="{7D9E997F-A515-4955-9C2D-ACB875084818}"/>
    <dgm:cxn modelId="{1EAC7768-49A1-4F7C-818B-B0F288FD98C2}" type="presOf" srcId="{187DC5C2-7FC7-448C-B1AD-9B2C88AE608E}" destId="{A4C9C271-2691-41E0-9638-804783FC386C}" srcOrd="0" destOrd="0" presId="urn:microsoft.com/office/officeart/2005/8/layout/vList6"/>
    <dgm:cxn modelId="{9248CB6A-DC3F-4229-A619-F64F7A7E58C5}" type="presOf" srcId="{9959EBED-2BBE-4528-8195-F5080DE07F95}" destId="{B5D31F34-08A4-4201-AD49-CFBBDEAAB06B}" srcOrd="0" destOrd="0" presId="urn:microsoft.com/office/officeart/2005/8/layout/vList6"/>
    <dgm:cxn modelId="{57DC1D4B-D0DE-4260-9840-908D05FD342B}" type="presOf" srcId="{D8A7D426-638B-488F-B88B-F2BBA68D7A31}" destId="{5B140E5E-CC8E-4BEF-B9DB-EEEA91A09BA7}" srcOrd="0" destOrd="0" presId="urn:microsoft.com/office/officeart/2005/8/layout/vList6"/>
    <dgm:cxn modelId="{332D4C4D-C21B-4F6D-A707-931C601D2429}" type="presOf" srcId="{994E2B9D-C998-4723-BF18-43709C334922}" destId="{89FE4B87-4FAC-4A9D-9E75-D81A8C14ED90}" srcOrd="0" destOrd="0" presId="urn:microsoft.com/office/officeart/2005/8/layout/vList6"/>
    <dgm:cxn modelId="{89AB4C4E-A3A7-46A3-8DDF-AC5C633A99C1}" type="presOf" srcId="{2131F5BA-9E25-4330-B39A-ED1DE604F547}" destId="{3BDD2B08-9FE4-4AC4-82C4-89A84D8D0C6A}" srcOrd="0" destOrd="0" presId="urn:microsoft.com/office/officeart/2005/8/layout/vList6"/>
    <dgm:cxn modelId="{52F2288F-8E9B-4F6D-A079-A399B901D247}" srcId="{5920E8E0-4810-42AD-8396-C2316F0FEA49}" destId="{7BF06BAF-8211-4758-B05B-929928E17DAA}" srcOrd="0" destOrd="0" parTransId="{C4845D4C-325A-4427-9DD1-0D538C4F7828}" sibTransId="{50FDEB35-E018-4252-BCAB-3419EFD448F6}"/>
    <dgm:cxn modelId="{820EB99E-8E40-4B9F-9D0C-9EE37C8C6CD4}" type="presOf" srcId="{C4443291-C0FE-44A5-ACDB-DA7DB55CDA11}" destId="{562747C5-1260-4A22-9F1C-D0A5F4AAFC90}" srcOrd="0" destOrd="0" presId="urn:microsoft.com/office/officeart/2005/8/layout/vList6"/>
    <dgm:cxn modelId="{91EA78A6-8DEE-433F-8BCD-47566CCCC71C}" srcId="{9959EBED-2BBE-4528-8195-F5080DE07F95}" destId="{04E98685-57CF-407C-8845-C610497B649B}" srcOrd="0" destOrd="0" parTransId="{3C013D77-FA42-4A49-A9B9-3EB2BEC1D53A}" sibTransId="{504E964A-66CE-47FB-B5A6-D2000F79B4C8}"/>
    <dgm:cxn modelId="{43F44CAC-7D4C-4998-8F22-769F74BE8ABA}" srcId="{2131F5BA-9E25-4330-B39A-ED1DE604F547}" destId="{AA80A9E8-9507-49E6-BBBF-D2D8C04092C0}" srcOrd="1" destOrd="0" parTransId="{6B96736F-612C-4917-8591-A77B90D5413B}" sibTransId="{8EF03BE4-2633-43D3-A548-1A2DB3C8085E}"/>
    <dgm:cxn modelId="{4B5D2FAD-9572-4413-AEBD-E663BB2AEB1E}" srcId="{2131F5BA-9E25-4330-B39A-ED1DE604F547}" destId="{5920E8E0-4810-42AD-8396-C2316F0FEA49}" srcOrd="3" destOrd="0" parTransId="{119C7B0B-C577-403F-A33F-2D40132294DD}" sibTransId="{54074FB7-5AC9-4B7F-9A41-FCADE5AF1394}"/>
    <dgm:cxn modelId="{8E4244B8-FE36-416F-870F-0B0F07C36AB3}" type="presOf" srcId="{5920E8E0-4810-42AD-8396-C2316F0FEA49}" destId="{10B9777B-6347-42E9-B28A-056F5AC99212}" srcOrd="0" destOrd="0" presId="urn:microsoft.com/office/officeart/2005/8/layout/vList6"/>
    <dgm:cxn modelId="{33C786BE-31FF-4DB0-B832-A305EFC9A670}" srcId="{2131F5BA-9E25-4330-B39A-ED1DE604F547}" destId="{C4443291-C0FE-44A5-ACDB-DA7DB55CDA11}" srcOrd="2" destOrd="0" parTransId="{5058F929-0DBC-4B15-BA8C-1566808DF984}" sibTransId="{B5B55EEB-0E64-4B94-ADEA-41FB21174E7C}"/>
    <dgm:cxn modelId="{5D9C50C7-598F-490A-A8F8-50A94EB74CA7}" srcId="{2131F5BA-9E25-4330-B39A-ED1DE604F547}" destId="{349E7E37-4B47-4151-ABEF-5DFC3B89E18F}" srcOrd="4" destOrd="0" parTransId="{DE5BE9FF-AE10-411C-8EB4-0C18E130DC0D}" sibTransId="{E6CA2D56-0934-440D-A10C-854DEB8478C4}"/>
    <dgm:cxn modelId="{B57089D8-120B-4FF4-BE41-FB4DCF4AA719}" type="presOf" srcId="{04E98685-57CF-407C-8845-C610497B649B}" destId="{4A32C57F-461A-40D4-8508-9C730E9CDF2A}" srcOrd="0" destOrd="0" presId="urn:microsoft.com/office/officeart/2005/8/layout/vList6"/>
    <dgm:cxn modelId="{DF9944E4-E3CC-4409-9937-E9E07509642A}" type="presOf" srcId="{7BF06BAF-8211-4758-B05B-929928E17DAA}" destId="{0FF56FBA-C910-4958-A306-3760DCD22ED6}" srcOrd="0" destOrd="0" presId="urn:microsoft.com/office/officeart/2005/8/layout/vList6"/>
    <dgm:cxn modelId="{FBF14A95-F7D5-498D-8675-303C8B5BCD37}" type="presParOf" srcId="{3BDD2B08-9FE4-4AC4-82C4-89A84D8D0C6A}" destId="{A40D85BC-270E-405F-BCAE-FC4E2183D283}" srcOrd="0" destOrd="0" presId="urn:microsoft.com/office/officeart/2005/8/layout/vList6"/>
    <dgm:cxn modelId="{62273786-5034-464D-92F5-A350F5F768E5}" type="presParOf" srcId="{A40D85BC-270E-405F-BCAE-FC4E2183D283}" destId="{B5D31F34-08A4-4201-AD49-CFBBDEAAB06B}" srcOrd="0" destOrd="0" presId="urn:microsoft.com/office/officeart/2005/8/layout/vList6"/>
    <dgm:cxn modelId="{83B1D77D-7B92-4D1D-A276-F7974AD8B2B0}" type="presParOf" srcId="{A40D85BC-270E-405F-BCAE-FC4E2183D283}" destId="{4A32C57F-461A-40D4-8508-9C730E9CDF2A}" srcOrd="1" destOrd="0" presId="urn:microsoft.com/office/officeart/2005/8/layout/vList6"/>
    <dgm:cxn modelId="{F3FA6CB8-A27E-4372-8878-613DDE2D29B9}" type="presParOf" srcId="{3BDD2B08-9FE4-4AC4-82C4-89A84D8D0C6A}" destId="{6D9A992B-B6DE-475F-8CFF-0AC82CD16480}" srcOrd="1" destOrd="0" presId="urn:microsoft.com/office/officeart/2005/8/layout/vList6"/>
    <dgm:cxn modelId="{EE2DEA8E-7149-4C96-A18C-E91733C29859}" type="presParOf" srcId="{3BDD2B08-9FE4-4AC4-82C4-89A84D8D0C6A}" destId="{9FBD0A38-2284-46C1-ABD4-43140A46A6B3}" srcOrd="2" destOrd="0" presId="urn:microsoft.com/office/officeart/2005/8/layout/vList6"/>
    <dgm:cxn modelId="{B1606F85-6394-4E86-9A2E-AB2C48D6521D}" type="presParOf" srcId="{9FBD0A38-2284-46C1-ABD4-43140A46A6B3}" destId="{B263AA0F-A4CC-4D52-B188-62996E813F67}" srcOrd="0" destOrd="0" presId="urn:microsoft.com/office/officeart/2005/8/layout/vList6"/>
    <dgm:cxn modelId="{1574A561-EE26-4C3E-AE39-C5DF1F338931}" type="presParOf" srcId="{9FBD0A38-2284-46C1-ABD4-43140A46A6B3}" destId="{89FE4B87-4FAC-4A9D-9E75-D81A8C14ED90}" srcOrd="1" destOrd="0" presId="urn:microsoft.com/office/officeart/2005/8/layout/vList6"/>
    <dgm:cxn modelId="{861E4813-75A1-4B41-8B12-3B59DDC321E8}" type="presParOf" srcId="{3BDD2B08-9FE4-4AC4-82C4-89A84D8D0C6A}" destId="{78E49A78-7DF8-4E37-B87C-D3487FF414CF}" srcOrd="3" destOrd="0" presId="urn:microsoft.com/office/officeart/2005/8/layout/vList6"/>
    <dgm:cxn modelId="{0EEAED24-D5DA-443C-908A-19D09F2813AB}" type="presParOf" srcId="{3BDD2B08-9FE4-4AC4-82C4-89A84D8D0C6A}" destId="{D6D15321-5934-4678-9CBE-F7CBD89B415E}" srcOrd="4" destOrd="0" presId="urn:microsoft.com/office/officeart/2005/8/layout/vList6"/>
    <dgm:cxn modelId="{3599682E-3000-419D-90BF-0C38C82F1B13}" type="presParOf" srcId="{D6D15321-5934-4678-9CBE-F7CBD89B415E}" destId="{562747C5-1260-4A22-9F1C-D0A5F4AAFC90}" srcOrd="0" destOrd="0" presId="urn:microsoft.com/office/officeart/2005/8/layout/vList6"/>
    <dgm:cxn modelId="{F30F810D-6C63-414D-881A-94550B526753}" type="presParOf" srcId="{D6D15321-5934-4678-9CBE-F7CBD89B415E}" destId="{A4C9C271-2691-41E0-9638-804783FC386C}" srcOrd="1" destOrd="0" presId="urn:microsoft.com/office/officeart/2005/8/layout/vList6"/>
    <dgm:cxn modelId="{1D8FD666-B687-4A19-97C9-1E0633552989}" type="presParOf" srcId="{3BDD2B08-9FE4-4AC4-82C4-89A84D8D0C6A}" destId="{2C206BAD-09DA-4112-AC45-E8B3C71E49C4}" srcOrd="5" destOrd="0" presId="urn:microsoft.com/office/officeart/2005/8/layout/vList6"/>
    <dgm:cxn modelId="{28C04D06-F22B-47AD-9566-D21440A75E14}" type="presParOf" srcId="{3BDD2B08-9FE4-4AC4-82C4-89A84D8D0C6A}" destId="{6C71B6B3-1657-4E23-B46B-080398996128}" srcOrd="6" destOrd="0" presId="urn:microsoft.com/office/officeart/2005/8/layout/vList6"/>
    <dgm:cxn modelId="{03C1C052-2376-44AD-B277-674A92585114}" type="presParOf" srcId="{6C71B6B3-1657-4E23-B46B-080398996128}" destId="{10B9777B-6347-42E9-B28A-056F5AC99212}" srcOrd="0" destOrd="0" presId="urn:microsoft.com/office/officeart/2005/8/layout/vList6"/>
    <dgm:cxn modelId="{DFBEC905-6D3B-41DB-A076-DD95432A1FB1}" type="presParOf" srcId="{6C71B6B3-1657-4E23-B46B-080398996128}" destId="{0FF56FBA-C910-4958-A306-3760DCD22ED6}" srcOrd="1" destOrd="0" presId="urn:microsoft.com/office/officeart/2005/8/layout/vList6"/>
    <dgm:cxn modelId="{BA7EA7BC-7C5B-4353-BA4C-05A680681CB8}" type="presParOf" srcId="{3BDD2B08-9FE4-4AC4-82C4-89A84D8D0C6A}" destId="{7E560DD8-5BAD-433F-8315-7FA44843BA08}" srcOrd="7" destOrd="0" presId="urn:microsoft.com/office/officeart/2005/8/layout/vList6"/>
    <dgm:cxn modelId="{A539EE97-2233-4B97-8297-FF43881DDE5A}" type="presParOf" srcId="{3BDD2B08-9FE4-4AC4-82C4-89A84D8D0C6A}" destId="{2516B750-5A4B-442D-9D26-CD6EC8AB7C47}" srcOrd="8" destOrd="0" presId="urn:microsoft.com/office/officeart/2005/8/layout/vList6"/>
    <dgm:cxn modelId="{102CAD31-FB75-43D0-9A5D-A7563AF922B5}" type="presParOf" srcId="{2516B750-5A4B-442D-9D26-CD6EC8AB7C47}" destId="{AD50FE6B-2957-4999-A55E-8DB406C327BA}" srcOrd="0" destOrd="0" presId="urn:microsoft.com/office/officeart/2005/8/layout/vList6"/>
    <dgm:cxn modelId="{6312CFEB-7824-49E8-A70B-CF7B7AB76161}" type="presParOf" srcId="{2516B750-5A4B-442D-9D26-CD6EC8AB7C47}" destId="{5B140E5E-CC8E-4BEF-B9DB-EEEA91A09BA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710A97-2770-4EF8-A3C2-02A2FBE3B2ED}">
      <dsp:nvSpPr>
        <dsp:cNvPr id="0" name=""/>
        <dsp:cNvSpPr/>
      </dsp:nvSpPr>
      <dsp:spPr>
        <a:xfrm>
          <a:off x="0" y="0"/>
          <a:ext cx="6335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0C5D6-5661-40F5-A217-7CD9F8C52701}">
      <dsp:nvSpPr>
        <dsp:cNvPr id="0" name=""/>
        <dsp:cNvSpPr/>
      </dsp:nvSpPr>
      <dsp:spPr>
        <a:xfrm>
          <a:off x="0" y="0"/>
          <a:ext cx="6335183" cy="149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The Foundry Platform is a central, secure, and extensible platform where engineers, data scientists, analysts, and executives engage daily to capture and transform data, generate insights, and collaborate to make critical 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data-driven decisions.</a:t>
          </a:r>
          <a:endParaRPr lang="en-US" sz="2000" kern="1200" dirty="0"/>
        </a:p>
      </dsp:txBody>
      <dsp:txXfrm>
        <a:off x="0" y="0"/>
        <a:ext cx="6335183" cy="1496377"/>
      </dsp:txXfrm>
    </dsp:sp>
    <dsp:sp modelId="{EF717722-74E8-487B-908D-2782709F29D4}">
      <dsp:nvSpPr>
        <dsp:cNvPr id="0" name=""/>
        <dsp:cNvSpPr/>
      </dsp:nvSpPr>
      <dsp:spPr>
        <a:xfrm>
          <a:off x="0" y="1496377"/>
          <a:ext cx="6335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30375-49A7-4344-90CC-A9C1905E8955}">
      <dsp:nvSpPr>
        <dsp:cNvPr id="0" name=""/>
        <dsp:cNvSpPr/>
      </dsp:nvSpPr>
      <dsp:spPr>
        <a:xfrm>
          <a:off x="0" y="1496377"/>
          <a:ext cx="6335183" cy="149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Foundry gives you the infrastructure to unite your disparate data sources into one central repository, </a:t>
          </a:r>
          <a:r>
            <a:rPr lang="en-US" sz="2000" b="1" i="0" kern="1200" baseline="0"/>
            <a:t>making data of all types and all origins accessible </a:t>
          </a:r>
          <a:r>
            <a:rPr lang="en-US" sz="2000" b="0" i="0" kern="1200" baseline="0"/>
            <a:t>across your organization. </a:t>
          </a:r>
          <a:endParaRPr lang="en-US" sz="2000" kern="1200"/>
        </a:p>
      </dsp:txBody>
      <dsp:txXfrm>
        <a:off x="0" y="1496377"/>
        <a:ext cx="6335183" cy="1496377"/>
      </dsp:txXfrm>
    </dsp:sp>
    <dsp:sp modelId="{E7997A11-23FE-4217-878E-ECD96984AAE2}">
      <dsp:nvSpPr>
        <dsp:cNvPr id="0" name=""/>
        <dsp:cNvSpPr/>
      </dsp:nvSpPr>
      <dsp:spPr>
        <a:xfrm>
          <a:off x="0" y="2992754"/>
          <a:ext cx="6335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774C8-915A-4D00-963F-F0F3A634030E}">
      <dsp:nvSpPr>
        <dsp:cNvPr id="0" name=""/>
        <dsp:cNvSpPr/>
      </dsp:nvSpPr>
      <dsp:spPr>
        <a:xfrm>
          <a:off x="0" y="2992754"/>
          <a:ext cx="6335183" cy="149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Branched data pipeline authoring </a:t>
          </a:r>
          <a:r>
            <a:rPr lang="en-US" sz="2000" b="0" i="0" kern="1200" baseline="0"/>
            <a:t>lets users build multiple views of the same data, and data provenance and versioning ensure </a:t>
          </a:r>
          <a:r>
            <a:rPr lang="en-US" sz="2000" b="1" i="0" kern="1200" baseline="0"/>
            <a:t>transparency into how new data is derived</a:t>
          </a:r>
          <a:r>
            <a:rPr lang="en-US" sz="2000" b="0" i="0" kern="1200" baseline="0"/>
            <a:t>. </a:t>
          </a:r>
          <a:endParaRPr lang="en-US" sz="2000" kern="1200"/>
        </a:p>
      </dsp:txBody>
      <dsp:txXfrm>
        <a:off x="0" y="2992754"/>
        <a:ext cx="6335183" cy="1496377"/>
      </dsp:txXfrm>
    </dsp:sp>
    <dsp:sp modelId="{BC8DFA8A-BD43-4D7D-96DC-C3EBEC41D059}">
      <dsp:nvSpPr>
        <dsp:cNvPr id="0" name=""/>
        <dsp:cNvSpPr/>
      </dsp:nvSpPr>
      <dsp:spPr>
        <a:xfrm>
          <a:off x="0" y="4489132"/>
          <a:ext cx="6335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01C21-DE47-41C8-87DB-3406D1492A66}">
      <dsp:nvSpPr>
        <dsp:cNvPr id="0" name=""/>
        <dsp:cNvSpPr/>
      </dsp:nvSpPr>
      <dsp:spPr>
        <a:xfrm>
          <a:off x="0" y="4489132"/>
          <a:ext cx="6335183" cy="149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Foundry provides a set of </a:t>
          </a:r>
          <a:r>
            <a:rPr lang="en-US" sz="2000" b="1" i="0" kern="1200" baseline="0"/>
            <a:t>tools, integrated with the data ecosystem, </a:t>
          </a:r>
          <a:r>
            <a:rPr lang="en-US" sz="2000" b="0" i="0" kern="1200" baseline="0"/>
            <a:t>for analysis and building applications and reports. As an open platform, Foundry also lets you </a:t>
          </a:r>
          <a:r>
            <a:rPr lang="en-US" sz="2000" b="1" i="0" kern="1200" baseline="0"/>
            <a:t>export data and connect to third-party applications </a:t>
          </a:r>
          <a:r>
            <a:rPr lang="en-US" sz="2000" b="0" i="0" kern="1200" baseline="0"/>
            <a:t>already in use at your organization.</a:t>
          </a:r>
          <a:endParaRPr lang="en-US" sz="2000" kern="1200"/>
        </a:p>
      </dsp:txBody>
      <dsp:txXfrm>
        <a:off x="0" y="4489132"/>
        <a:ext cx="6335183" cy="14963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2C57F-461A-40D4-8508-9C730E9CDF2A}">
      <dsp:nvSpPr>
        <dsp:cNvPr id="0" name=""/>
        <dsp:cNvSpPr/>
      </dsp:nvSpPr>
      <dsp:spPr>
        <a:xfrm>
          <a:off x="4305934" y="1885"/>
          <a:ext cx="6458902" cy="10205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 is centralized and searchable in Foundry. Foundry becomes the starting place for all data-driven questions in your organization. </a:t>
          </a:r>
        </a:p>
      </dsp:txBody>
      <dsp:txXfrm>
        <a:off x="4305934" y="129459"/>
        <a:ext cx="6076180" cy="765445"/>
      </dsp:txXfrm>
    </dsp:sp>
    <dsp:sp modelId="{B5D31F34-08A4-4201-AD49-CFBBDEAAB06B}">
      <dsp:nvSpPr>
        <dsp:cNvPr id="0" name=""/>
        <dsp:cNvSpPr/>
      </dsp:nvSpPr>
      <dsp:spPr>
        <a:xfrm>
          <a:off x="0" y="1885"/>
          <a:ext cx="4305934" cy="10205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Discover data across your organization.</a:t>
          </a:r>
        </a:p>
      </dsp:txBody>
      <dsp:txXfrm>
        <a:off x="49821" y="51706"/>
        <a:ext cx="4206292" cy="920951"/>
      </dsp:txXfrm>
    </dsp:sp>
    <dsp:sp modelId="{89FE4B87-4FAC-4A9D-9E75-D81A8C14ED90}">
      <dsp:nvSpPr>
        <dsp:cNvPr id="0" name=""/>
        <dsp:cNvSpPr/>
      </dsp:nvSpPr>
      <dsp:spPr>
        <a:xfrm>
          <a:off x="4305934" y="1124537"/>
          <a:ext cx="6458902" cy="10205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Data is accessible to every user, regardless of technical skill level. Foundry offers a unified and user-friendly interface for viewing any structured data in your organization.</a:t>
          </a:r>
        </a:p>
      </dsp:txBody>
      <dsp:txXfrm>
        <a:off x="4305934" y="1252111"/>
        <a:ext cx="6076180" cy="765445"/>
      </dsp:txXfrm>
    </dsp:sp>
    <dsp:sp modelId="{B263AA0F-A4CC-4D52-B188-62996E813F67}">
      <dsp:nvSpPr>
        <dsp:cNvPr id="0" name=""/>
        <dsp:cNvSpPr/>
      </dsp:nvSpPr>
      <dsp:spPr>
        <a:xfrm>
          <a:off x="0" y="1124537"/>
          <a:ext cx="4305934" cy="10205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View and explore any data available to you.</a:t>
          </a:r>
        </a:p>
      </dsp:txBody>
      <dsp:txXfrm>
        <a:off x="49821" y="1174358"/>
        <a:ext cx="4206292" cy="920951"/>
      </dsp:txXfrm>
    </dsp:sp>
    <dsp:sp modelId="{A4C9C271-2691-41E0-9638-804783FC386C}">
      <dsp:nvSpPr>
        <dsp:cNvPr id="0" name=""/>
        <dsp:cNvSpPr/>
      </dsp:nvSpPr>
      <dsp:spPr>
        <a:xfrm>
          <a:off x="4305934" y="2247190"/>
          <a:ext cx="6458902" cy="10205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Foundry enables you to work with massive datasets, slicing, transforming, and aggregating data just as easily as if you were working with a spreadsheet on your desktop</a:t>
          </a:r>
        </a:p>
      </dsp:txBody>
      <dsp:txXfrm>
        <a:off x="4305934" y="2374764"/>
        <a:ext cx="6076180" cy="765445"/>
      </dsp:txXfrm>
    </dsp:sp>
    <dsp:sp modelId="{562747C5-1260-4A22-9F1C-D0A5F4AAFC90}">
      <dsp:nvSpPr>
        <dsp:cNvPr id="0" name=""/>
        <dsp:cNvSpPr/>
      </dsp:nvSpPr>
      <dsp:spPr>
        <a:xfrm>
          <a:off x="0" y="2247190"/>
          <a:ext cx="4305934" cy="10205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Analyze and combine data at scale.</a:t>
          </a:r>
        </a:p>
      </dsp:txBody>
      <dsp:txXfrm>
        <a:off x="49821" y="2297011"/>
        <a:ext cx="4206292" cy="920951"/>
      </dsp:txXfrm>
    </dsp:sp>
    <dsp:sp modelId="{0FF56FBA-C910-4958-A306-3760DCD22ED6}">
      <dsp:nvSpPr>
        <dsp:cNvPr id="0" name=""/>
        <dsp:cNvSpPr/>
      </dsp:nvSpPr>
      <dsp:spPr>
        <a:xfrm>
          <a:off x="4305934" y="3369843"/>
          <a:ext cx="6458902" cy="10205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straight derivation from an enterprise data source you standardize the messy values in a column in a way that makes the distribution of values easier to understand.</a:t>
          </a:r>
        </a:p>
      </dsp:txBody>
      <dsp:txXfrm>
        <a:off x="4305934" y="3497417"/>
        <a:ext cx="6076180" cy="765445"/>
      </dsp:txXfrm>
    </dsp:sp>
    <dsp:sp modelId="{10B9777B-6347-42E9-B28A-056F5AC99212}">
      <dsp:nvSpPr>
        <dsp:cNvPr id="0" name=""/>
        <dsp:cNvSpPr/>
      </dsp:nvSpPr>
      <dsp:spPr>
        <a:xfrm>
          <a:off x="0" y="3369843"/>
          <a:ext cx="4305934" cy="10205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Contribute data back into your organization.</a:t>
          </a:r>
        </a:p>
      </dsp:txBody>
      <dsp:txXfrm>
        <a:off x="49821" y="3419664"/>
        <a:ext cx="4206292" cy="920951"/>
      </dsp:txXfrm>
    </dsp:sp>
    <dsp:sp modelId="{5B140E5E-CC8E-4BEF-B9DB-EEEA91A09BA7}">
      <dsp:nvSpPr>
        <dsp:cNvPr id="0" name=""/>
        <dsp:cNvSpPr/>
      </dsp:nvSpPr>
      <dsp:spPr>
        <a:xfrm>
          <a:off x="4305934" y="4492496"/>
          <a:ext cx="6458902" cy="10205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Foundry dramatically accelerates the ability to build new tools and get them in front of the business analysts who need them.</a:t>
          </a:r>
        </a:p>
      </dsp:txBody>
      <dsp:txXfrm>
        <a:off x="4305934" y="4620070"/>
        <a:ext cx="6076180" cy="765445"/>
      </dsp:txXfrm>
    </dsp:sp>
    <dsp:sp modelId="{AD50FE6B-2957-4999-A55E-8DB406C327BA}">
      <dsp:nvSpPr>
        <dsp:cNvPr id="0" name=""/>
        <dsp:cNvSpPr/>
      </dsp:nvSpPr>
      <dsp:spPr>
        <a:xfrm>
          <a:off x="0" y="4492496"/>
          <a:ext cx="4305934" cy="102059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Build on the data in your organization.</a:t>
          </a:r>
        </a:p>
      </dsp:txBody>
      <dsp:txXfrm>
        <a:off x="49821" y="4542317"/>
        <a:ext cx="4206292" cy="920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59E5-E3C8-45CF-8640-B2EF72009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899" y="2024063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latin typeface="Arial Rounded MT Bold" panose="020F0704030504030204" pitchFamily="34" charset="0"/>
              </a:rPr>
              <a:t>Introduction</a:t>
            </a:r>
            <a:br>
              <a:rPr lang="en-US" sz="6000" dirty="0">
                <a:latin typeface="Arial Rounded MT Bold" panose="020F0704030504030204" pitchFamily="34" charset="0"/>
              </a:rPr>
            </a:br>
            <a:r>
              <a:rPr lang="en-US" sz="6000" dirty="0">
                <a:latin typeface="Arial Rounded MT Bold" panose="020F0704030504030204" pitchFamily="34" charset="0"/>
              </a:rPr>
              <a:t> to </a:t>
            </a:r>
            <a:br>
              <a:rPr lang="en-US" sz="6000" dirty="0">
                <a:latin typeface="Arial Rounded MT Bold" panose="020F0704030504030204" pitchFamily="34" charset="0"/>
              </a:rPr>
            </a:br>
            <a:r>
              <a:rPr lang="en-US" sz="6000" dirty="0">
                <a:latin typeface="Arial Rounded MT Bold" panose="020F0704030504030204" pitchFamily="34" charset="0"/>
              </a:rPr>
              <a:t>Palantir Foundry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CA1E0F-3831-4CCE-F589-04B2F2652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48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10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1" name="Group 112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4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2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4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5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7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4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7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0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D37EA6-7EF0-4AC0-AB8A-CAD2D35F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US" sz="4800" dirty="0"/>
              <a:t>What Is Foundry?</a:t>
            </a:r>
          </a:p>
        </p:txBody>
      </p:sp>
      <p:sp useBgFill="1">
        <p:nvSpPr>
          <p:cNvPr id="163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7" name="Content Placeholder 2">
            <a:extLst>
              <a:ext uri="{FF2B5EF4-FFF2-40B4-BE49-F238E27FC236}">
                <a16:creationId xmlns:a16="http://schemas.microsoft.com/office/drawing/2014/main" id="{84707CCB-1ECB-4DB3-8E3A-9245021A1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269490"/>
              </p:ext>
            </p:extLst>
          </p:nvPr>
        </p:nvGraphicFramePr>
        <p:xfrm>
          <a:off x="5215466" y="527050"/>
          <a:ext cx="6335183" cy="5985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97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E5A1-C325-4354-B7F5-C7B3F2CB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79865"/>
            <a:ext cx="9905998" cy="98693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Arial" panose="020B0604020202020204" pitchFamily="34" charset="0"/>
              </a:rPr>
              <a:t>What Can You Do in Foundry?</a:t>
            </a:r>
            <a:endParaRPr lang="en-US" sz="5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073227-58B6-4FF0-B5C4-34AF3C98B2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642359"/>
              </p:ext>
            </p:extLst>
          </p:nvPr>
        </p:nvGraphicFramePr>
        <p:xfrm>
          <a:off x="798512" y="981075"/>
          <a:ext cx="10764837" cy="5514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22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C32E2-B40C-480C-AAA6-72D578994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0" y="2314259"/>
            <a:ext cx="3350778" cy="1478570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palantir Foundry Work?</a:t>
            </a:r>
            <a:endParaRPr lang="en-US" sz="32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C7E51-E753-47A0-A162-8CF12A784C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42499" y="345440"/>
            <a:ext cx="7730425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61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4016D2-18B1-4A39-9CFC-0582B669F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37" y="2242530"/>
            <a:ext cx="2851417" cy="147857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Know About Foundry Tools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52AC24-166D-4ECC-A53A-E3B20540C5C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5" y="23283"/>
            <a:ext cx="8482010" cy="6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31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6203D-80DA-4764-B74B-B9160A4A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63" y="2590193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2473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181</TotalTime>
  <Words>339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Rounded MT Bold</vt:lpstr>
      <vt:lpstr>Tw Cen MT</vt:lpstr>
      <vt:lpstr>Circuit</vt:lpstr>
      <vt:lpstr>Introduction  to  Palantir Foundry</vt:lpstr>
      <vt:lpstr>What Is Foundry?</vt:lpstr>
      <vt:lpstr>What Can You Do in Foundry?</vt:lpstr>
      <vt:lpstr>How palantir Foundry Work?</vt:lpstr>
      <vt:lpstr>Know About Foundry Tools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Palantir Foundry</dc:title>
  <dc:creator>Parida, Ranjeet Kumar</dc:creator>
  <cp:lastModifiedBy>Pashum rajessh</cp:lastModifiedBy>
  <cp:revision>3</cp:revision>
  <dcterms:created xsi:type="dcterms:W3CDTF">2022-02-09T17:23:19Z</dcterms:created>
  <dcterms:modified xsi:type="dcterms:W3CDTF">2025-03-26T06:16:58Z</dcterms:modified>
</cp:coreProperties>
</file>